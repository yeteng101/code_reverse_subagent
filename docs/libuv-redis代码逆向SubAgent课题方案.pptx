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research/dual-target-source-audit.md; research/subagent-design.md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research/subagent-design.md §1-4; docs/libuv-redis-architecture.md §1-3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research/dual-target-source-audit.md §1; validation-report.json; research/collect_source_metrics.py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research/libuv-code-reverse-research.md §3; validation-report.json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research/libuv-code-reverse-research.md §3.3-3.4; validation-report.json signals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research/libuv-code-reverse-research.md §3.5-3.8; research/subagent-design.md §5.2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research/dual-target-source-audit.md §4; research/subagent-design.md §5.3; validation-report.json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docs/libuv-redis-architecture.md §2, §8; research/subagent-design.md §6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contracts/openapi.json; contracts/tool.invoke.schema.json; contracts/tool.result.schema.json; docs/api-json-spec.md §4-7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README.md §运行 / API / 验证; tests/; subagent_tools.py; validation-report.json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validation-report.json; tests/test_domain_profiles.py; tests/test_contracts.py; research/subagent-design.md §8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research/README.md; research/dual-target-source-audit.md; docs/api-json-spec.md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8FB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代码逆向 Agent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21792" y="1298448"/>
            <a:ext cx="7772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libuv / Redis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源码穿刺与 SubAgent 设计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290779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7E2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从异步回调链、函数指针、编译宏，到可追溯的 JSON 证据接口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3913632"/>
            <a:ext cx="4663440" cy="1170432"/>
          </a:xfrm>
          <a:prstGeom prst="roundRect">
            <a:avLst>
              <a:gd name="adj" fmla="val 6250"/>
            </a:avLst>
          </a:prstGeom>
          <a:solidFill>
            <a:srgbClr val="10244A"/>
          </a:solidFill>
          <a:ln w="10160">
            <a:solidFill>
              <a:srgbClr val="254C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416052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FB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两条主线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4425696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 双仓源码结构与关键调用链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 SubAgent 架构、Evidence IR 与接口规范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629107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DA3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课题设计方案 · Demo 验证版 · 2026.08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0" y="1325880"/>
            <a:ext cx="1554480" cy="-338328"/>
          </a:xfrm>
          <a:prstGeom prst="line">
            <a:avLst/>
          </a:prstGeom>
          <a:noFill/>
          <a:ln w="17780">
            <a:solidFill>
              <a:srgbClr val="3D68C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784080" y="987552"/>
            <a:ext cx="1051560" cy="1024128"/>
          </a:xfrm>
          <a:prstGeom prst="line">
            <a:avLst/>
          </a:prstGeom>
          <a:noFill/>
          <a:ln w="17780">
            <a:solidFill>
              <a:srgbClr val="3D68C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0" y="1325880"/>
            <a:ext cx="685800" cy="1508760"/>
          </a:xfrm>
          <a:prstGeom prst="line">
            <a:avLst/>
          </a:prstGeom>
          <a:noFill/>
          <a:ln w="17780">
            <a:solidFill>
              <a:srgbClr val="3D68C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915400" y="2834640"/>
            <a:ext cx="1463040" cy="1005840"/>
          </a:xfrm>
          <a:prstGeom prst="line">
            <a:avLst/>
          </a:prstGeom>
          <a:noFill/>
          <a:ln w="17780">
            <a:solidFill>
              <a:srgbClr val="3D68C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915400" y="2834640"/>
            <a:ext cx="-1005840" cy="1600200"/>
          </a:xfrm>
          <a:prstGeom prst="line">
            <a:avLst/>
          </a:prstGeom>
          <a:noFill/>
          <a:ln w="17780">
            <a:solidFill>
              <a:srgbClr val="3D68C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909560" y="4434840"/>
            <a:ext cx="1463040" cy="914400"/>
          </a:xfrm>
          <a:prstGeom prst="line">
            <a:avLst/>
          </a:prstGeom>
          <a:noFill/>
          <a:ln w="17780">
            <a:solidFill>
              <a:srgbClr val="3D68C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378440" y="3840480"/>
            <a:ext cx="594360" cy="1783080"/>
          </a:xfrm>
          <a:prstGeom prst="line">
            <a:avLst/>
          </a:prstGeom>
          <a:noFill/>
          <a:ln w="17780">
            <a:solidFill>
              <a:srgbClr val="3D68C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372600" y="5349240"/>
            <a:ext cx="1600200" cy="274320"/>
          </a:xfrm>
          <a:prstGeom prst="line">
            <a:avLst/>
          </a:prstGeom>
          <a:noFill/>
          <a:ln w="17780">
            <a:solidFill>
              <a:srgbClr val="3D68C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835640" y="2011680"/>
            <a:ext cx="-457200" cy="1828800"/>
          </a:xfrm>
          <a:prstGeom prst="line">
            <a:avLst/>
          </a:prstGeom>
          <a:noFill/>
          <a:ln w="17780">
            <a:solidFill>
              <a:srgbClr val="3D68C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47304" y="1243584"/>
            <a:ext cx="164592" cy="164592"/>
          </a:xfrm>
          <a:prstGeom prst="ellipse">
            <a:avLst/>
          </a:prstGeom>
          <a:solidFill>
            <a:srgbClr val="49D8D1"/>
          </a:solidFill>
          <a:ln w="12700">
            <a:solidFill>
              <a:srgbClr val="49D8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01784" y="905256"/>
            <a:ext cx="164592" cy="164592"/>
          </a:xfrm>
          <a:prstGeom prst="ellipse">
            <a:avLst/>
          </a:prstGeom>
          <a:solidFill>
            <a:srgbClr val="6B96FF"/>
          </a:solidFill>
          <a:ln w="12700">
            <a:solidFill>
              <a:srgbClr val="6B96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53344" y="1929384"/>
            <a:ext cx="164592" cy="164592"/>
          </a:xfrm>
          <a:prstGeom prst="ellipse">
            <a:avLst/>
          </a:prstGeom>
          <a:solidFill>
            <a:srgbClr val="F3BB54"/>
          </a:solidFill>
          <a:ln w="12700">
            <a:solidFill>
              <a:srgbClr val="F3BB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33104" y="2752344"/>
            <a:ext cx="164592" cy="164592"/>
          </a:xfrm>
          <a:prstGeom prst="ellipse">
            <a:avLst/>
          </a:prstGeom>
          <a:solidFill>
            <a:srgbClr val="49D8D1"/>
          </a:solidFill>
          <a:ln w="12700">
            <a:solidFill>
              <a:srgbClr val="49D8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96144" y="3758184"/>
            <a:ext cx="164592" cy="164592"/>
          </a:xfrm>
          <a:prstGeom prst="ellipse">
            <a:avLst/>
          </a:prstGeom>
          <a:solidFill>
            <a:srgbClr val="6B96FF"/>
          </a:solidFill>
          <a:ln w="12700">
            <a:solidFill>
              <a:srgbClr val="6B96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27264" y="4352544"/>
            <a:ext cx="164592" cy="164592"/>
          </a:xfrm>
          <a:prstGeom prst="ellipse">
            <a:avLst/>
          </a:prstGeom>
          <a:solidFill>
            <a:srgbClr val="F3BB54"/>
          </a:solidFill>
          <a:ln w="12700">
            <a:solidFill>
              <a:srgbClr val="F3BB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90304" y="5266944"/>
            <a:ext cx="164592" cy="164592"/>
          </a:xfrm>
          <a:prstGeom prst="ellipse">
            <a:avLst/>
          </a:prstGeom>
          <a:solidFill>
            <a:srgbClr val="49D8D1"/>
          </a:solidFill>
          <a:ln w="12700">
            <a:solidFill>
              <a:srgbClr val="49D8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90504" y="5541264"/>
            <a:ext cx="164592" cy="164592"/>
          </a:xfrm>
          <a:prstGeom prst="ellipse">
            <a:avLst/>
          </a:prstGeom>
          <a:solidFill>
            <a:srgbClr val="6B96FF"/>
          </a:solidFill>
          <a:ln w="12700">
            <a:solidFill>
              <a:srgbClr val="6B96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SCOPE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两项核心工作，统一到一条证据链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1247120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代码逆向 Agent · 研究版 Demo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36792" y="141732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66420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82496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源码剖析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20848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把“函数名相似”变成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可回溯的生命周期事实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68680" y="3182112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06324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模块分层与固定快照指标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685032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356616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注册 → 调度 → 执行三段回调链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4187952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406908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函数指针、整数 ID、宏展开、平台分支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4690872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457200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每条关系绑定 file:line + resolution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0" y="1664208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E8F8F6"/>
          </a:solidFill>
          <a:ln w="10160">
            <a:solidFill>
              <a:srgbClr val="E8F8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68249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· SubAgent 机构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83680" y="20848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让模型只负责解释，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让工具负责事实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611112" y="3182112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75704" y="306324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Evidence IR：节点、边、证据、配置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11112" y="3685032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75704" y="356616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个受控工具与成对 JSON Schema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11112" y="4187952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75704" y="406908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图切片、自然语言问答、引用与不确定性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11112" y="4690872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5704" y="457200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可运行，生产层可替换 Clang / Graph Store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89904" y="1874520"/>
            <a:ext cx="0" cy="356616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822960" y="60807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输入：源码 + 构建配置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55280" y="60807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输出：图谱 + 路径 + 可审计回答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EVIDENCE STATUS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libuv 与 Redis：平行目标，证据等级不混淆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1247120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代码逆向 Agent · 研究版 Demo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210312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09344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e43e3d8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libuv 固定 commit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1481328"/>
            <a:ext cx="210312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1609344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475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044952" y="201168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编译单元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93792" y="1481328"/>
            <a:ext cx="210312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12664" y="1609344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9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pending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12664" y="201168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Redis 官方快照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61504" y="1481328"/>
            <a:ext cx="210312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0376" y="1609344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9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synthetic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580376" y="201168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 Redis fixture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729216" y="1481328"/>
            <a:ext cx="182880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48088" y="160934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A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848088" y="201168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JSON 契约版本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" y="2788920"/>
            <a:ext cx="5074920" cy="2468880"/>
          </a:xfrm>
          <a:prstGeom prst="roundRect">
            <a:avLst>
              <a:gd name="adj" fmla="val 2222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05409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已验证 · repository_snapshot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14400" y="3621024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3502152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104 个 src C/H 文件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14400" y="4032504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3913632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1,571 个函数 · 3,093 条关系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14400" y="4443984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4325112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1,827 个宏 / 条件 · 21 个回调字段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14400" y="4855464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" y="4736592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黄金链：uv_run → uv__io_poll → uv__io_cb → uv__stream_io → uv__read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89320" y="2788920"/>
            <a:ext cx="5532120" cy="2468880"/>
          </a:xfrm>
          <a:prstGeom prst="roundRect">
            <a:avLst>
              <a:gd name="adj" fmla="val 2222"/>
            </a:avLst>
          </a:prstGeom>
          <a:solidFill>
            <a:srgbClr val="FFF4D6"/>
          </a:solidFill>
          <a:ln w="10160">
            <a:solidFill>
              <a:srgbClr val="FFF4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305409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9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待补 · pending_snapshot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54496" y="3621024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3502152"/>
            <a:ext cx="4590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不能伪造 Redis 行号或 commit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254496" y="4032504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3913632"/>
            <a:ext cx="4590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 fixture 只验证 ae 领域规则闭环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254496" y="4443984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19088" y="4325112"/>
            <a:ext cx="4590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下载授权后固定 commit，再补五条黄金链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254496" y="4855464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9088" y="4736592"/>
            <a:ext cx="4590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Redis 作为被分析仓库 ≠ 部署层队列依赖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85800" y="58064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证据规则：observed 必须回到源码；inferred 必须说明推断；unresolved 不得升级为事实。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LIBUV 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libuv：从公共 ABI 到平台 poll 后端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1247120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代码逆向 Agent · 研究版 Demo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444752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5544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 API / ABI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15544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include/uv.h · callback typedef · UV_*_FIELDS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2176272"/>
            <a:ext cx="0" cy="201168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1520" y="2404872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E8F8F6"/>
          </a:solidFill>
          <a:ln w="10160">
            <a:solidFill>
              <a:srgbClr val="E8F8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5146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A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公共实现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25146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uv-common.c · timer.c · threadpool.c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66160" y="3136392"/>
            <a:ext cx="0" cy="201168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1520" y="3364992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4747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Unix 核心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34747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unix/core.c · loop.c · stream.c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4096512"/>
            <a:ext cx="0" cy="201168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1520" y="4325112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FFF4D6"/>
          </a:solidFill>
          <a:ln w="10160">
            <a:solidFill>
              <a:srgbClr val="FFF4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4348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9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平台后端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60320" y="44348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linux.c · kqueue.c · posix-poll.c · win/*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03720" y="1444752"/>
            <a:ext cx="4617720" cy="4553712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05472" y="1719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快照指标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205472" y="2532888"/>
            <a:ext cx="3995928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223760" y="2148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函数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829800" y="2148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1,571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05472" y="3063240"/>
            <a:ext cx="3995928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7223760" y="26791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关系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29800" y="26791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3,093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05472" y="3593592"/>
            <a:ext cx="3995928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7223760" y="3209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直接调用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829800" y="3209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3,006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205472" y="4123944"/>
            <a:ext cx="3995928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7223760" y="37398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宏 / 条件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29800" y="3739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1,827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205472" y="4654296"/>
            <a:ext cx="3995928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7223760" y="42702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回调字段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829800" y="4270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205472" y="5184648"/>
            <a:ext cx="3995928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7223760" y="4800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Unix poll 后端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829800" y="4800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205472" y="54681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关键判断：uv__io_poll 不是“一个函数”，而是配置维度下的候选实现集合。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LIBUV CHAIN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TCP 读取链：注册、调度、分发、执行四种语义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1247120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代码逆向 Agent · 研究版 Demo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2468880"/>
            <a:ext cx="157276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E5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578608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uv_read_start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" y="288950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61488" y="2468880"/>
            <a:ext cx="157276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00A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578608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uv__read_start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88950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read_cb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2468880"/>
            <a:ext cx="157276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E5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578608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uv__io_poll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5192" y="288950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 poll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2468880"/>
            <a:ext cx="157276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99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2578608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uv__io_cb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14032" y="288950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bits / switch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89720" y="2468880"/>
            <a:ext cx="157276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E5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62872" y="2578608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uv__stream_io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62872" y="288950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handler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89720" y="4160520"/>
            <a:ext cx="157276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00A7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62872" y="4270248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uv__read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62872" y="458114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用户回调前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0" y="2852928"/>
            <a:ext cx="475488" cy="0"/>
          </a:xfrm>
          <a:prstGeom prst="line">
            <a:avLst/>
          </a:prstGeom>
          <a:noFill/>
          <a:ln w="19050">
            <a:solidFill>
              <a:srgbClr val="1E5EF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334256" y="2852928"/>
            <a:ext cx="557784" cy="0"/>
          </a:xfrm>
          <a:prstGeom prst="line">
            <a:avLst/>
          </a:prstGeom>
          <a:noFill/>
          <a:ln w="19050">
            <a:solidFill>
              <a:srgbClr val="1E5EF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64808" y="2852928"/>
            <a:ext cx="576072" cy="0"/>
          </a:xfrm>
          <a:prstGeom prst="line">
            <a:avLst/>
          </a:prstGeom>
          <a:noFill/>
          <a:ln w="19050">
            <a:solidFill>
              <a:srgbClr val="1E5EF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613648" y="2852928"/>
            <a:ext cx="576072" cy="0"/>
          </a:xfrm>
          <a:prstGeom prst="line">
            <a:avLst/>
          </a:prstGeom>
          <a:noFill/>
          <a:ln w="19050">
            <a:solidFill>
              <a:srgbClr val="1E5EF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976104" y="3246120"/>
            <a:ext cx="0" cy="914400"/>
          </a:xfrm>
          <a:prstGeom prst="line">
            <a:avLst/>
          </a:prstGeom>
          <a:noFill/>
          <a:ln w="19050">
            <a:solidFill>
              <a:srgbClr val="00A7A7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508760" y="3493008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81912" y="35112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direct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64992" y="34930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8F8F6"/>
          </a:solidFill>
          <a:ln w="10160">
            <a:solidFill>
              <a:srgbClr val="E8F8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38144" y="351129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writes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74920" y="349300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8072" y="3511296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scheduled_by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296912" y="3493008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10160">
            <a:solidFill>
              <a:srgbClr val="FFF4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70064" y="351129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9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dispatches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308592" y="5102352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E8F8F6"/>
          </a:solidFill>
          <a:ln w="10160">
            <a:solidFill>
              <a:srgbClr val="E8F8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81744" y="512064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invokes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4672" y="5349240"/>
            <a:ext cx="7516368" cy="676656"/>
          </a:xfrm>
          <a:prstGeom prst="roundRect">
            <a:avLst>
              <a:gd name="adj" fmla="val 6757"/>
            </a:avLst>
          </a:prstGeom>
          <a:solidFill>
            <a:srgbClr val="0B1830"/>
          </a:solidFill>
          <a:ln w="10160">
            <a:solidFill>
              <a:srgbClr val="0B18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1560" y="5550408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uv__io_t.bits &amp; 15  →  uv__io_cb_t  →  switch  →  uv__stream_io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577072" y="55046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证据位置：uv-common.c:1068 · unix/core.c:906 · unix/stream.c:1198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LIBUV LIFECYCLE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三类生命周期链：监听、线程池、Timer / Async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1247120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代码逆向 Agent · 研究版 Demo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3375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554480"/>
            <a:ext cx="3337560" cy="118872"/>
          </a:xfrm>
          <a:prstGeom prst="roundRect">
            <a:avLst>
              <a:gd name="adj" fmla="val 46154"/>
            </a:avLst>
          </a:prstGeom>
          <a:solidFill>
            <a:srgbClr val="1E5EFF"/>
          </a:solidFill>
          <a:ln w="10160">
            <a:solidFill>
              <a:srgbClr val="1E5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监听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6968" y="2450592"/>
            <a:ext cx="2788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uv_listen → tcp-&gt;connection_cb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uv__server_io → connection_cb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86968" y="3456432"/>
            <a:ext cx="28346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886968" y="3767328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7856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registers_callback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86968" y="4096512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E8F8F6"/>
          </a:solidFill>
          <a:ln w="10160">
            <a:solidFill>
              <a:srgbClr val="E8F8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11480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scheduled_by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86968" y="4425696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44398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invokes_callback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80560" y="1554480"/>
            <a:ext cx="33375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1554480"/>
            <a:ext cx="3337560" cy="118872"/>
          </a:xfrm>
          <a:prstGeom prst="roundRect">
            <a:avLst>
              <a:gd name="adj" fmla="val 46154"/>
            </a:avLst>
          </a:prstGeom>
          <a:solidFill>
            <a:srgbClr val="00A7A7"/>
          </a:solidFill>
          <a:ln w="10160">
            <a:solidFill>
              <a:srgbClr val="00A7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A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线程池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09160" y="2450592"/>
            <a:ext cx="2788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uv_queue_work → worker work_cb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loop wq → after_work_cb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09160" y="3456432"/>
            <a:ext cx="28346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4709160" y="3767328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37856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worker context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4096512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E8F8F6"/>
          </a:solidFill>
          <a:ln w="10160">
            <a:solidFill>
              <a:srgbClr val="E8F8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411480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queue handoff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4425696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44398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loop context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302752" y="1554480"/>
            <a:ext cx="33375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2752" y="1554480"/>
            <a:ext cx="3337560" cy="118872"/>
          </a:xfrm>
          <a:prstGeom prst="roundRect">
            <a:avLst>
              <a:gd name="adj" fmla="val 46154"/>
            </a:avLst>
          </a:prstGeom>
          <a:solidFill>
            <a:srgbClr val="D99000"/>
          </a:solidFill>
          <a:ln w="10160">
            <a:solidFill>
              <a:srgbClr val="D99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31352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9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Timer / Async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31352" y="2450592"/>
            <a:ext cx="2788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uv_timer_start → heap → timer phase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uv_async_send → loop-side callback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531352" y="3456432"/>
            <a:ext cx="28346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8531352" y="3767328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04504" y="37856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heap schedule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531352" y="4096512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E8F8F6"/>
          </a:solidFill>
          <a:ln w="10160">
            <a:solidFill>
              <a:srgbClr val="E8F8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04504" y="411480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531352" y="4425696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04504" y="444398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wakeup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31520" y="5413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关键语义：同名 callback 不等于同一对象；执行上下文（worker / loop / child）必须进 IR。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D99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REDIS 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Redis：应用层事件驱动模型，当前真实快照待补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1247120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代码逆向 Agent · 研究版 Demo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444752"/>
            <a:ext cx="53949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37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9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预期穿刺地图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41832" y="2286000"/>
            <a:ext cx="91440" cy="91440"/>
          </a:xfrm>
          <a:prstGeom prst="ellipse">
            <a:avLst/>
          </a:prstGeom>
          <a:solidFill>
            <a:srgbClr val="D99000"/>
          </a:solidFill>
          <a:ln w="12700">
            <a:solidFill>
              <a:srgbClr val="D99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2128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ae 事件库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33472" y="22128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aeCreateFileEvent · aeProcessEvents · backend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41832" y="2944368"/>
            <a:ext cx="91440" cy="91440"/>
          </a:xfrm>
          <a:prstGeom prst="ellipse">
            <a:avLst/>
          </a:prstGeom>
          <a:solidFill>
            <a:srgbClr val="D99000"/>
          </a:solidFill>
          <a:ln w="12700">
            <a:solidFill>
              <a:srgbClr val="D99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8712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网络 / 协议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33472" y="28712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accept → readQueryFromClient → RESP parser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41832" y="3602736"/>
            <a:ext cx="91440" cy="91440"/>
          </a:xfrm>
          <a:prstGeom prst="ellipse">
            <a:avLst/>
          </a:prstGeom>
          <a:solidFill>
            <a:srgbClr val="D99000"/>
          </a:solidFill>
          <a:ln w="12700">
            <a:solidFill>
              <a:srgbClr val="D99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52958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命令分发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33472" y="35295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processCommand → command table → call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41832" y="4261104"/>
            <a:ext cx="91440" cy="91440"/>
          </a:xfrm>
          <a:prstGeom prst="ellipse">
            <a:avLst/>
          </a:prstGeom>
          <a:solidFill>
            <a:srgbClr val="D99000"/>
          </a:solidFill>
          <a:ln w="12700">
            <a:solidFill>
              <a:srgbClr val="D99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18795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持久化 / BIO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33472" y="418795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AOF / RDB / background jobs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41832" y="4919472"/>
            <a:ext cx="91440" cy="91440"/>
          </a:xfrm>
          <a:prstGeom prst="ellipse">
            <a:avLst/>
          </a:prstGeom>
          <a:solidFill>
            <a:srgbClr val="D99000"/>
          </a:solidFill>
          <a:ln w="12700">
            <a:solidFill>
              <a:srgbClr val="D99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8463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633472" y="48463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RedisModule_OnLoad → command registration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1444752"/>
            <a:ext cx="5138928" cy="4526280"/>
          </a:xfrm>
          <a:prstGeom prst="roundRect">
            <a:avLst>
              <a:gd name="adj" fmla="val 1212"/>
            </a:avLst>
          </a:prstGeom>
          <a:solidFill>
            <a:srgbClr val="FFF4D6"/>
          </a:solidFill>
          <a:ln w="10160">
            <a:solidFill>
              <a:srgbClr val="FFF4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1737360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D99000"/>
          </a:solidFill>
          <a:ln w="10160">
            <a:solidFill>
              <a:srgbClr val="D99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02552" y="175564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PENDING SNAPSHOT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629400" y="226771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当前不能声称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Redis 官方源码已验证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656832" y="3429000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21424" y="3310128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本地只有 synthetic_validation fixture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56832" y="3904488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21424" y="3785616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需固定官方 commit 后补真实 file:line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56832" y="4379976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4261104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黄金问题：AE、命令、serverCron、AOF/BIO、模块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56832" y="4855464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21424" y="4736592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未发现 include / link / adapter 证据时，不推断 Redis 依赖 libuv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29400" y="532180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9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证据纪律不是缺口，而是系统能力的一部分。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SUBAGENT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SubAgent 分层：事实层与解释层解耦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1247120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代码逆向 Agent · 研究版 Demo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FFF4D6"/>
          </a:solidFill>
          <a:ln w="10160">
            <a:solidFill>
              <a:srgbClr val="D99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691640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源码快照 + 构建配置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0360" y="1901952"/>
            <a:ext cx="365760" cy="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46120" y="1508760"/>
            <a:ext cx="2011680" cy="786384"/>
          </a:xfrm>
          <a:prstGeom prst="roundRect">
            <a:avLst>
              <a:gd name="adj" fmla="val 6977"/>
            </a:avLst>
          </a:prstGeom>
          <a:solidFill>
            <a:srgbClr val="EAF1FF"/>
          </a:solidFill>
          <a:ln w="10160">
            <a:solidFill>
              <a:srgbClr val="1E5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69164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AST / fallback parser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57800" y="1901952"/>
            <a:ext cx="393192" cy="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50992" y="1508760"/>
            <a:ext cx="1783080" cy="786384"/>
          </a:xfrm>
          <a:prstGeom prst="roundRect">
            <a:avLst>
              <a:gd name="adj" fmla="val 6977"/>
            </a:avLst>
          </a:prstGeom>
          <a:solidFill>
            <a:srgbClr val="E8F8F6"/>
          </a:solidFill>
          <a:ln w="10160">
            <a:solidFill>
              <a:srgbClr val="00A7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24144" y="1691640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Domain Profiles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34072" y="1901952"/>
            <a:ext cx="384048" cy="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818120" y="1508760"/>
            <a:ext cx="1600200" cy="786384"/>
          </a:xfrm>
          <a:prstGeom prst="roundRect">
            <a:avLst>
              <a:gd name="adj" fmla="val 6977"/>
            </a:avLst>
          </a:prstGeom>
          <a:solidFill>
            <a:srgbClr val="EAF1FF"/>
          </a:solidFill>
          <a:ln w="10160">
            <a:solidFill>
              <a:srgbClr val="1E5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91272" y="169164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Evidence IR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18320" y="1901952"/>
            <a:ext cx="384048" cy="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02368" y="1508760"/>
            <a:ext cx="1645920" cy="786384"/>
          </a:xfrm>
          <a:prstGeom prst="roundRect">
            <a:avLst>
              <a:gd name="adj" fmla="val 6977"/>
            </a:avLst>
          </a:prstGeom>
          <a:solidFill>
            <a:srgbClr val="E8F8F6"/>
          </a:solidFill>
          <a:ln w="10160">
            <a:solidFill>
              <a:srgbClr val="00A7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0" y="169164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Graph + slices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74520" y="3108960"/>
            <a:ext cx="8641080" cy="2011680"/>
          </a:xfrm>
          <a:prstGeom prst="roundRect">
            <a:avLst>
              <a:gd name="adj" fmla="val 2727"/>
            </a:avLst>
          </a:prstGeom>
          <a:solidFill>
            <a:srgbClr val="0B1830"/>
          </a:solidFill>
          <a:ln w="10160">
            <a:solidFill>
              <a:srgbClr val="0B18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76272" y="3383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B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Query Agent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176272" y="38039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规划 → 工具取证 → 证据校验 → 带引用回答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194560" y="4407408"/>
            <a:ext cx="1664208" cy="25603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67712" y="442569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find_symbol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0" y="4407408"/>
            <a:ext cx="1664208" cy="25603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87952" y="442569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get_call_edges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4407408"/>
            <a:ext cx="1664208" cy="256032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10160">
            <a:solidFill>
              <a:srgbClr val="FFF4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192" y="442569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9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trace_async_chain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55280" y="4407408"/>
            <a:ext cx="1664208" cy="25603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28432" y="442569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resolve_pointer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194560" y="4754880"/>
            <a:ext cx="1664208" cy="25603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67712" y="477316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read_slice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0" y="4754880"/>
            <a:ext cx="1664208" cy="25603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87952" y="477316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query_configuration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4754880"/>
            <a:ext cx="1664208" cy="25603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08192" y="477316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report_uncertainty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823960" y="2304288"/>
            <a:ext cx="-2514600" cy="804672"/>
          </a:xfrm>
          <a:prstGeom prst="line">
            <a:avLst/>
          </a:prstGeom>
          <a:noFill/>
          <a:ln w="19050">
            <a:solidFill>
              <a:srgbClr val="00A7A7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309360" y="5120640"/>
            <a:ext cx="2377440" cy="-2816352"/>
          </a:xfrm>
          <a:prstGeom prst="line">
            <a:avLst/>
          </a:prstGeom>
          <a:noFill/>
          <a:ln w="19050">
            <a:solidFill>
              <a:srgbClr val="00A7A7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1143000" y="57607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模型不直接读取数据库或任意文件；工具返回事实，模型组织语言。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CONTRACTS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Evidence IR + HTTP / Tool JSON 规范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1247120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代码逆向 Agent · 研究版 Demo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5212080" cy="4553712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19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统一边模型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32688" y="2313432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94560"/>
            <a:ext cx="4178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edge_id / source / target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2688" y="2788920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670048"/>
            <a:ext cx="4178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type + semantics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2688" y="3264408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145536"/>
            <a:ext cx="4178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resolution: observed / inferred / unresolved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2688" y="3739896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621024"/>
            <a:ext cx="4178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confidence: 0..1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2688" y="4215384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096512"/>
            <a:ext cx="4178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evidence[]: file + line + text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2688" y="4690872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572000"/>
            <a:ext cx="4178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configurations[]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1417320"/>
            <a:ext cx="5349240" cy="4553712"/>
          </a:xfrm>
          <a:prstGeom prst="roundRect">
            <a:avLst>
              <a:gd name="adj" fmla="val 1205"/>
            </a:avLst>
          </a:prstGeom>
          <a:solidFill>
            <a:srgbClr val="0B1830"/>
          </a:solidFill>
          <a:ln w="10160">
            <a:solidFill>
              <a:srgbClr val="0B18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1719072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FB2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tool.invoke.schema.json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2212848"/>
            <a:ext cx="4389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"tool_call_id": "tc_...",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"analysis_id": "an_...",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"tool_name": "trace_async_chain",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"arguments": { ...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404164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9D8D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tool.result.schema.json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46520" y="444398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ok=true  → result + evidence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ok=false → error + evidence[]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612648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 API：/v1/analyses · /graph · /queries · /health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验证闭环：从请求到可审计回答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1247120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代码逆向 Agent · 研究版 Demo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157276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1E5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96596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POST /v1/analyses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239572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创建快照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50008" y="2286000"/>
            <a:ext cx="621792" cy="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71800" y="1828800"/>
            <a:ext cx="157276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A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4952" y="196596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CodeAnalyzer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44952" y="239572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提取节点 / 边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44568" y="2286000"/>
            <a:ext cx="621792" cy="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66360" y="1828800"/>
            <a:ext cx="157276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9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9512" y="196596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Domain Profile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39512" y="239572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标注语义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39128" y="2286000"/>
            <a:ext cx="621792" cy="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60920" y="1828800"/>
            <a:ext cx="157276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1E5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34072" y="196596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Evidence IR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34072" y="239572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分页图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933688" y="2286000"/>
            <a:ext cx="621792" cy="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55480" y="1828800"/>
            <a:ext cx="157276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0A7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28632" y="196596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POST /v1/queries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28632" y="239572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 + 引用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4400" y="3703320"/>
            <a:ext cx="10378440" cy="1417320"/>
          </a:xfrm>
          <a:prstGeom prst="roundRect">
            <a:avLst>
              <a:gd name="adj" fmla="val 3871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07008" y="39776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已验证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880360" y="3959352"/>
            <a:ext cx="91440" cy="91440"/>
          </a:xfrm>
          <a:prstGeom prst="ellipse">
            <a:avLst/>
          </a:prstGeom>
          <a:solidFill>
            <a:srgbClr val="00A7A7"/>
          </a:solidFill>
          <a:ln w="12700">
            <a:solidFill>
              <a:srgbClr val="00A7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44952" y="389534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分析资源与图 API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40680" y="3959352"/>
            <a:ext cx="91440" cy="91440"/>
          </a:xfrm>
          <a:prstGeom prst="ellipse">
            <a:avLst/>
          </a:prstGeom>
          <a:solidFill>
            <a:srgbClr val="00A7A7"/>
          </a:solidFill>
          <a:ln w="12700">
            <a:solidFill>
              <a:srgbClr val="00A7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05272" y="389534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注册 / 调度 / 执行边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01000" y="3959352"/>
            <a:ext cx="91440" cy="91440"/>
          </a:xfrm>
          <a:prstGeom prst="ellipse">
            <a:avLst/>
          </a:prstGeom>
          <a:solidFill>
            <a:srgbClr val="00A7A7"/>
          </a:solidFill>
          <a:ln w="12700">
            <a:solidFill>
              <a:srgbClr val="00A7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65592" y="389534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工具受控运行时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880360" y="4379976"/>
            <a:ext cx="91440" cy="91440"/>
          </a:xfrm>
          <a:prstGeom prst="ellipse">
            <a:avLst/>
          </a:prstGeom>
          <a:solidFill>
            <a:srgbClr val="00A7A7"/>
          </a:solidFill>
          <a:ln w="12700">
            <a:solidFill>
              <a:srgbClr val="00A7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44952" y="43159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非法 cursor / 越界路径失败信封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40680" y="4379976"/>
            <a:ext cx="91440" cy="91440"/>
          </a:xfrm>
          <a:prstGeom prst="ellipse">
            <a:avLst/>
          </a:prstGeom>
          <a:solidFill>
            <a:srgbClr val="00A7A7"/>
          </a:solidFill>
          <a:ln w="12700">
            <a:solidFill>
              <a:srgbClr val="00A7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05272" y="43159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 scope：配置、方向、边类型、跳数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14400" y="559612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9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局限：轻量正则 ≠ Clang AST；Redis 官方快照待授权后补齐。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验证结果：把“通过”拆成可解释的层级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1247120" y="320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代码逆向 Agent · 研究版 Demo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481328"/>
            <a:ext cx="224028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09344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A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36/36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0392" y="201168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单元 / 契约 / 工具测试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481328"/>
            <a:ext cx="224028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609344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A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30/30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64992" y="201168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初始基线回归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1481328"/>
            <a:ext cx="224028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9592" y="1609344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1,571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879592" y="201168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libuv functions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75320" y="1481328"/>
            <a:ext cx="224028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609344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9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94192" y="201168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1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Redis 伪造行号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2788920"/>
            <a:ext cx="5166360" cy="2377440"/>
          </a:xfrm>
          <a:prstGeom prst="roundRect">
            <a:avLst>
              <a:gd name="adj" fmla="val 2308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3063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5E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libuv · source_verified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5840" y="3666744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" y="3547872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 commit：e43e3d8a…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05840" y="4142232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0432" y="4023360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关键链命中：uv_run → poll → io_cb → stream_io → read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05840" y="4617720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70432" y="4498848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宏 / callback slot / platform scope 已进入 IR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72200" y="2788920"/>
            <a:ext cx="5257800" cy="2377440"/>
          </a:xfrm>
          <a:prstGeom prst="roundRect">
            <a:avLst>
              <a:gd name="adj" fmla="val 2308"/>
            </a:avLst>
          </a:prstGeom>
          <a:solidFill>
            <a:srgbClr val="FFF4D6"/>
          </a:solidFill>
          <a:ln w="10160">
            <a:solidFill>
              <a:srgbClr val="FFF4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3063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9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Redis · synthetic_validation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6520" y="3666744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11112" y="3547872"/>
            <a:ext cx="4361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fixture 只证明规则可运行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46520" y="4142232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11112" y="4023360"/>
            <a:ext cx="4361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官方仓库与真实 commit 尚未进入工作区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46520" y="4617720"/>
            <a:ext cx="73152" cy="73152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11112" y="4498848"/>
            <a:ext cx="4361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报告明确标注 pending_snapshot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1520" y="566928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验收原则：smoke test 通过 ≠ 真实仓库准确率；双仓指标必须分开统计。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8FB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结论与下一步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先把证据链做实，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再让 Agent 说得像专家。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31520" y="288036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10244A"/>
          </a:solidFill>
          <a:ln w="10160">
            <a:solidFill>
              <a:srgbClr val="254C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3081528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00A7A7"/>
          </a:solidFill>
          <a:ln w="10160">
            <a:solidFill>
              <a:srgbClr val="00A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0998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8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现在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2688" y="3538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libuv 固定快照 + Demo / JSON 契约可复现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77640" y="288036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10244A"/>
          </a:solidFill>
          <a:ln w="10160">
            <a:solidFill>
              <a:srgbClr val="254C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78808" y="3081528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D99000"/>
          </a:solidFill>
          <a:ln w="10160">
            <a:solidFill>
              <a:srgbClr val="D99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30998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8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授权后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78808" y="3538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Redis 官方 commit + 五条黄金链 + 真实报告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23760" y="288036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10244A"/>
          </a:solidFill>
          <a:ln w="10160">
            <a:solidFill>
              <a:srgbClr val="254C9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24928" y="3081528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1E5EFF"/>
          </a:solidFill>
          <a:ln w="10160">
            <a:solidFill>
              <a:srgbClr val="1E5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30998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8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生产化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24928" y="3538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Clang AST、多配置图、持久化 Graph Store、评测集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0" y="3602736"/>
            <a:ext cx="502920" cy="0"/>
          </a:xfrm>
          <a:prstGeom prst="line">
            <a:avLst/>
          </a:prstGeom>
          <a:noFill/>
          <a:ln w="17780">
            <a:solidFill>
              <a:srgbClr val="3D68C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720840" y="3602736"/>
            <a:ext cx="502920" cy="0"/>
          </a:xfrm>
          <a:prstGeom prst="line">
            <a:avLst/>
          </a:prstGeom>
          <a:noFill/>
          <a:ln w="17780">
            <a:solidFill>
              <a:srgbClr val="3D68C7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31520" y="5074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FB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54406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源码剖析报告 · 架构设计 · OpenAPI / JSON Schema · 七工具运行时 · Web Demo · 本 PPT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62910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DA3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代码逆向 Agent · libuv / Redis 专项课题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代码逆向 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libuv / Redis 代码逆向 SubAgent 课题方案</dc:title>
  <dc:subject>libuv / Redis 代码逆向 SubAgent</dc:subject>
  <dc:creator>代码逆向 Agent</dc:creator>
  <cp:lastModifiedBy>代码逆向 Agent</cp:lastModifiedBy>
  <cp:revision>1</cp:revision>
  <dcterms:created xsi:type="dcterms:W3CDTF">2026-08-20T08:21:21Z</dcterms:created>
  <dcterms:modified xsi:type="dcterms:W3CDTF">2026-08-20T08:21:21Z</dcterms:modified>
</cp:coreProperties>
</file>